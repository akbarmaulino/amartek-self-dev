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050E1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Katalon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Studio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QA Engineer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320040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Durasi: 4 Jam   |   Level: Beginner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Prasyarat: Familiar dengan manual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9144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0D2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40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3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QA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Apa yang kita pelajari hari ini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73152" cy="10515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&amp;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411480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23160"/>
            <a:ext cx="73152" cy="10515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Playback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411480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73152" cy="105156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&amp; Locator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11480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88720"/>
            <a:ext cx="73152" cy="105156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280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Manual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411480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23160"/>
            <a:ext cx="73152" cy="1051560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Real App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73152" cy="105156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&amp; Wrap Up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D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1E88E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Pengenalan &amp;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Setup Katalon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menit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01 — PENGENALAN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vs Automation Testing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347472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Lambat untuk regression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3474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Repetitif &amp; melelahkan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23744"/>
            <a:ext cx="3474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151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tinggi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3474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540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paralel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3474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930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exploratory testing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114800" cy="347472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untuk regression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2084832"/>
            <a:ext cx="37490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762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dijalankan berulang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2523744"/>
            <a:ext cx="37490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6151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&amp; akurat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962656"/>
            <a:ext cx="37490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0540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paralel / CI-CD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3401568"/>
            <a:ext cx="37490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493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regression, smoke test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01 — PENGENALAN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Apa itu Katalon Studio?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Katalon Studio adalah tool automation testing berbasis open-source yang mendukung Web, API, Mobile, dan Desktop testing.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393192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Testing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393192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578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2514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393192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&amp; SOAP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291840"/>
            <a:ext cx="393192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5780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Testing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apps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005840"/>
            <a:ext cx="246888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Katalon?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1417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untuk individual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16184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Low-code (record &amp; playback)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181965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XPath &amp; CSS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0208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Integrasi CI/CD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01 — 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Install &amp; Setup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0392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73152" cy="74980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Katalon Studio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270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katalon.com/download → pilih versi sesuai 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0392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57400"/>
            <a:ext cx="73152" cy="7498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Login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4414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akun gratis di katalon.com lalu login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850392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71800"/>
            <a:ext cx="73152" cy="74980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3558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→ Project → pilih Web → isi nama 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850392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886200"/>
            <a:ext cx="73152" cy="749808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 Tampilan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2702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Explorer | Script Editor | Log Viewer | Object Repository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D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 &amp;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Playback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menit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02 — RECORD &amp; PLAYBACK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Cara Kerja Record &amp; Playback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0" cy="1371600"/>
          </a:xfrm>
          <a:prstGeom prst="ellipse">
            <a:avLst/>
          </a:prstGeom>
          <a:solidFill>
            <a:srgbClr val="1E88E5">
              <a:alpha val="70000"/>
            </a:srgbClr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Web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874520"/>
            <a:ext cx="34747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84832" y="1188720"/>
            <a:ext cx="1371600" cy="1371600"/>
          </a:xfrm>
          <a:prstGeom prst="ellipse">
            <a:avLst/>
          </a:prstGeom>
          <a:solidFill>
            <a:srgbClr val="00BCD4">
              <a:alpha val="70000"/>
            </a:srgbClr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417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Record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Katalon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1874520"/>
            <a:ext cx="34747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3904" y="1188720"/>
            <a:ext cx="1371600" cy="1371600"/>
          </a:xfrm>
          <a:prstGeom prst="ellipse">
            <a:avLst/>
          </a:prstGeom>
          <a:solidFill>
            <a:srgbClr val="00C853">
              <a:alpha val="70000"/>
            </a:srgbClr>
          </a:solidFill>
          <a:ln w="254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1417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75504" y="1874520"/>
            <a:ext cx="34747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22976" y="1188720"/>
            <a:ext cx="1371600" cy="1371600"/>
          </a:xfrm>
          <a:prstGeom prst="ellipse">
            <a:avLst/>
          </a:prstGeom>
          <a:solidFill>
            <a:srgbClr val="FF6D00">
              <a:alpha val="70000"/>
            </a:srgbClr>
          </a:solidFill>
          <a:ln w="25400">
            <a:solidFill>
              <a:srgbClr val="FF6D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1417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1874520"/>
            <a:ext cx="34747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2048" y="1188720"/>
            <a:ext cx="1371600" cy="1371600"/>
          </a:xfrm>
          <a:prstGeom prst="ellipse">
            <a:avLst/>
          </a:prstGeom>
          <a:solidFill>
            <a:srgbClr val="BD93F9">
              <a:alpha val="70000"/>
            </a:srgbClr>
          </a:solidFill>
          <a:ln w="25400">
            <a:solidFill>
              <a:srgbClr val="BD93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417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114800" cy="1920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Kelebihan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Cepat, tidak perlu coding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7216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Langsung lihat hasil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056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Bagus untuk belajar awal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4206240" cy="1920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Keterbatasan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Rapuh jika UI berubah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721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bisa handle dynamic element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1056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Perlu XPath yang stable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D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FF6D0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XPath &amp;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menit — sesi terpanjang &amp; terpenting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03 — XPATH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Cara Baca XPath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//input[@type='email']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1920240" cy="1097280"/>
          </a:xfrm>
          <a:prstGeom prst="rect">
            <a:avLst/>
          </a:prstGeom>
          <a:solidFill>
            <a:srgbClr val="132847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di MANA SAJA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halaman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965960"/>
            <a:ext cx="1920240" cy="1097280"/>
          </a:xfrm>
          <a:prstGeom prst="rect">
            <a:avLst/>
          </a:prstGeom>
          <a:solidFill>
            <a:srgbClr val="132847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423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TAG 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dicari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1920240" cy="1097280"/>
          </a:xfrm>
          <a:prstGeom prst="rect">
            <a:avLst/>
          </a:prstGeom>
          <a:solidFill>
            <a:srgbClr val="132847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[@type='email']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423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attribute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harus dimiliki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penggunaan: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411480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84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//input[@type='password']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411480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41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//button[@type='submit']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566160"/>
            <a:ext cx="411480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584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//input[@placeholder='Search...']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11480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041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//button[text()='Login']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03 — XPATH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@attribute vs text()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132847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 ATTRIBUTE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yang ada di dalam tag pembuka HTML: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840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placeholder="Enter email"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id="email-input" /&gt;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pakai: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384048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37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//input[@type='email']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//input[@placeholder='Enter email']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//input[@id='email-input']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132847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 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di antara tag buka dan tutup: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011680"/>
            <a:ext cx="374904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103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&lt;button&gt;Login&lt;/button&gt;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&lt;label&gt;Email&lt;/label&gt;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&lt;td&gt;John Doe&lt;/td&gt;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pakai: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246120"/>
            <a:ext cx="374904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3375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//button[text()='Login']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//label[text()='Email']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//td[text()='John Doe']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03 — XPATH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 vs // — Wajib Dipahami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dari NOL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di mana saja dalam dokumen.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di awal XPath atau saat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pencarian baru.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384048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  → cari semua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//form//input  → cari input di dalam 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"Cari Indomaret di Jakarta"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94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Gerak dari POSISI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 dari element yang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ditemukan. Selalu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didahului oleh ::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384048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/parent::div  → naik ke parent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/following-sibling::input  → ke sibling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"Dari sini, belok kiri"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03 — XPATH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Navigasi: parent &amp; ancestor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7947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 ← ancestor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  ← ancestor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'Email'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type=email  ← 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'Password'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type=password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parent = naik tepat 1 level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ancestor = naik sampai ketemu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ancestor[1] = sama dengan parent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097280"/>
            <a:ext cx="4389120" cy="3566160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XPath: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— naik 1 level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828800"/>
            <a:ext cx="41148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//input[@type='email']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/parent::form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ancestor — naik ke atas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926080"/>
            <a:ext cx="41148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//input[@type='email']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/ancestor::div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— scope form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023360"/>
            <a:ext cx="41148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//form[@id='login']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//input[@type='email']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03 — XPATH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following-sibling &amp; preceding-sibling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039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(parent)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828800" cy="548640"/>
          </a:xfrm>
          <a:prstGeom prst="rect">
            <a:avLst/>
          </a:prstGeom>
          <a:solidFill>
            <a:srgbClr val="132847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"Email"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783080"/>
            <a:ext cx="18288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508760"/>
            <a:ext cx="1828800" cy="548640"/>
          </a:xfrm>
          <a:prstGeom prst="rect">
            <a:avLst/>
          </a:prstGeom>
          <a:solidFill>
            <a:srgbClr val="0D2040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727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email ← START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18288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508760"/>
            <a:ext cx="1828800" cy="548640"/>
          </a:xfrm>
          <a:prstGeom prst="rect">
            <a:avLst/>
          </a:prstGeom>
          <a:solidFill>
            <a:srgbClr val="132847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5727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"Password"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18288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08760"/>
            <a:ext cx="1828800" cy="548640"/>
          </a:xfrm>
          <a:prstGeom prst="rect">
            <a:avLst/>
          </a:prstGeom>
          <a:solidFill>
            <a:srgbClr val="132847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5727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password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514600"/>
            <a:ext cx="1737360" cy="0"/>
          </a:xfrm>
          <a:prstGeom prst="line">
            <a:avLst/>
          </a:prstGeom>
          <a:noFill/>
          <a:ln w="6350">
            <a:solidFill>
              <a:srgbClr val="90A4A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preceding-sibling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following-sibling 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paling sering: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246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input setelah label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56432"/>
            <a:ext cx="85039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4787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//label[text()='Email']/following-sibling::input[1]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813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clear sebelum input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85039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1480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//button[@class='clear-btn']/preceding-sibling::input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3799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Edit di row tabel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590288"/>
            <a:ext cx="85039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681728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//td[text()='John Doe']/following-sibling::td//button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03 — XPATH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XPath di Next.js / Tailwind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850392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class="border-border flex h-10 w-full rounded-md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 bg-transparent px-2 text-xs font-normal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transition-colors focus-visible:border-neutral-50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pr-10" placeholder="Search..." type="text" /&gt;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Tailwind yang panjang, auto-generated, berubah saat build → JANGAN pakai @class!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(urutan prioritas):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292608" cy="2743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32004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18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200400"/>
            <a:ext cx="60350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291840"/>
            <a:ext cx="5760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//input[@id='search-input']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292608" cy="2743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5478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/ name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3547872"/>
            <a:ext cx="60350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3639312"/>
            <a:ext cx="5760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//input[@placeholder='Search...']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95344"/>
            <a:ext cx="292608" cy="2743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89534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913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3895344"/>
            <a:ext cx="60350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986784"/>
            <a:ext cx="5760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//button[normalize-space()='Add Master Question']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242816"/>
            <a:ext cx="292608" cy="27432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24281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261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navigasi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4242816"/>
            <a:ext cx="60350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4334256"/>
            <a:ext cx="5760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//form[@id='login']//input[@type='email']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590288"/>
            <a:ext cx="292608" cy="274320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5902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608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data-testid (minta dev)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51760" y="4590288"/>
            <a:ext cx="60350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4681728"/>
            <a:ext cx="57607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//input[@data-testid='search-input']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D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C85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Case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menit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04 — TEST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Struktur Test Case di Katalon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Test Login Berhasil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75488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Buka browser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WebUI.openBrowser('https://app.example.com/login')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Isi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WebUI.setText(findTestObject('input#email'), 'user@example.com')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Isi password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WebUI.setText(findTestObject('input#password'), 'password123')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Klik 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WebUI.click(findTestObject('button#login-btn'))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Verifikasi berhasil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WebUI.verifyElementVisible(findTestObject('div#dashboard'))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paling sering dipakai: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1371600"/>
            <a:ext cx="3657600" cy="402336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openBrowser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1435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browser &amp; URL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847088"/>
            <a:ext cx="3657600" cy="402336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892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9110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input field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2322576"/>
            <a:ext cx="3657600" cy="402336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368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2386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element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2798064"/>
            <a:ext cx="3657600" cy="402336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8437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verifyElementVisible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2862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element muncul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3273552"/>
            <a:ext cx="3657600" cy="402336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319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waitForElementVisible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Tunggu element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3749040"/>
            <a:ext cx="3657600" cy="402336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selectOptionByLabel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38130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dropdown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4224528"/>
            <a:ext cx="3657600" cy="402336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4270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closeBrowser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4288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 browser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04 — TEST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Handle iFrame di Katalon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Element dalam iframe tidak bisa diakses langsung — wajib switch context dulu!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3931920" cy="1371600"/>
          </a:xfrm>
          <a:prstGeom prst="rect">
            <a:avLst/>
          </a:prstGeom>
          <a:solidFill>
            <a:srgbClr val="13284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Utama (parent)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3200400" cy="731520"/>
          </a:xfrm>
          <a:prstGeom prst="rect">
            <a:avLst/>
          </a:prstGeom>
          <a:solidFill>
            <a:srgbClr val="0D1117"/>
          </a:solidFill>
          <a:ln w="19050">
            <a:solidFill>
              <a:srgbClr val="FFD60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iframe#payment-frame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input#card-number  ← tidak visible!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438912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5544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Switch ke iframe dulu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WebUI.switchToFrame(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findTestObject('iframe#payment-frame'), 10)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Akses element di dalam iframe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WebUI.setText(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findTestObject('input#card-number'), '1234...')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Selesai — balik ke parent!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9FF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WebUI.switchToDefaultContent()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393192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Yang sering terlupa: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Lupa switchToDefaultContent()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berikutnya error karena masih di dalam iframe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428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Solusi: selalu pasangkan switch IN dan switch 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D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BD93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05 &amp;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Praktik &amp;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Wrap Up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mnt praktik + 10 mnt wrap up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D93F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D9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05 — PRAKTIK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Latihan di Web Nyata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0392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73152" cy="74980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Element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910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element di web target, catat attribute yang tersedia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0392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03120"/>
            <a:ext cx="73152" cy="7498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194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XPath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5054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XPath untuk setiap element yang akan ditest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850392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17520"/>
            <a:ext cx="73152" cy="74980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 Browser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4198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XPath di console browser: $x("//xpath...")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8503920" cy="749808"/>
          </a:xfrm>
          <a:prstGeom prst="rect">
            <a:avLst/>
          </a:prstGeom>
          <a:solidFill>
            <a:srgbClr val="1328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31920"/>
            <a:ext cx="73152" cy="749808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023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Test Case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3342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Implementasikan di Katalon, jalankan, debug jika error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Tips: gunakan playground HTML untuk latihan XPath sebelum ke Katalon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06 — WRAP 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Practice XPath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132847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Gunakan id jika tersedia — paling stable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 ke ancestor unik untuk menghindari duplikat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Gunakan normalize-space() untuk teks di React/Next.js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Selalu test XPath di browser console sebelum Katalon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Minta developer tambah data-testid di element penting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132847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DON'T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Jangan pakai @class untuk Tailwind — rapuh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Hindari XPath absolut (/html/body/div[2]/...)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Jangan pakai index posisi (tr[3]) jika data bisa berubah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Jangan lupa switchToDefaultContent() setelah iframe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Jangan skip waitForElementVisible untuk element dynamic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D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Selamat belajar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Katalon!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828800" y="2834640"/>
            <a:ext cx="548640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3337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katalon.com/docs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3630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docs.katalon.com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39227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HTML (terlampir)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42153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Cheatsheet (terlampir)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Katalon Studio - QA Automation</dc:title>
  <dc:subject>PptxGenJS Presentation</dc:subject>
  <dc:creator>PptxGenJS</dc:creator>
  <cp:lastModifiedBy>PptxGenJS</cp:lastModifiedBy>
  <cp:revision>1</cp:revision>
  <dcterms:created xsi:type="dcterms:W3CDTF">2026-03-02T08:04:29Z</dcterms:created>
  <dcterms:modified xsi:type="dcterms:W3CDTF">2026-03-02T08:04:29Z</dcterms:modified>
</cp:coreProperties>
</file>